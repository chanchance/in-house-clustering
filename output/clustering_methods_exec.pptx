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1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2_kmeans_minib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3_autoencoder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4_g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5_bisecting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6_agglomerative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7_h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8_spec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09_isolation_forest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10_vae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