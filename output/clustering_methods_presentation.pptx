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4000">
                <a:solidFill>
                  <a:srgbClr val="FFFFFF"/>
                </a:solidFill>
              </a:rPr>
              <a:t>In-House Layout Feature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CCCCCC"/>
                </a:solidFill>
              </a:rPr>
              <a:t>10가지 클러스터링 방법론 비교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888888"/>
                </a:solidFill>
              </a:rPr>
              <a:t>CD (nm) 산포 최소화 | SHAP Feature Engineering | Cost Function 최적화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1_decision_tree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2_kmeans_mini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3_autoencoder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4_g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5_bisecting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6_agglomerative_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7_hd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8_spectral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09_isolation_forest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_10_vae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